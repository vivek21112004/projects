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7" r:id="rId6"/>
    <p:sldId id="309" r:id="rId7"/>
    <p:sldId id="310" r:id="rId8"/>
    <p:sldId id="311" r:id="rId9"/>
    <p:sldId id="312" r:id="rId10"/>
    <p:sldId id="316" r:id="rId11"/>
    <p:sldId id="314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2" d="100"/>
          <a:sy n="72" d="100"/>
        </p:scale>
        <p:origin x="806" y="6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H VARMA" userId="be855e24cf6f4d8c" providerId="LiveId" clId="{E01F5E26-FBBD-4BA2-A8DE-4B340559FE36}"/>
    <pc:docChg chg="modSld">
      <pc:chgData name="MOHITH VARMA" userId="be855e24cf6f4d8c" providerId="LiveId" clId="{E01F5E26-FBBD-4BA2-A8DE-4B340559FE36}" dt="2024-07-08T17:21:55.651" v="10" actId="1076"/>
      <pc:docMkLst>
        <pc:docMk/>
      </pc:docMkLst>
      <pc:sldChg chg="addSp delSp modSp mod">
        <pc:chgData name="MOHITH VARMA" userId="be855e24cf6f4d8c" providerId="LiveId" clId="{E01F5E26-FBBD-4BA2-A8DE-4B340559FE36}" dt="2024-07-08T17:21:55.651" v="10" actId="1076"/>
        <pc:sldMkLst>
          <pc:docMk/>
          <pc:sldMk cId="859909800" sldId="312"/>
        </pc:sldMkLst>
        <pc:spChg chg="del">
          <ac:chgData name="MOHITH VARMA" userId="be855e24cf6f4d8c" providerId="LiveId" clId="{E01F5E26-FBBD-4BA2-A8DE-4B340559FE36}" dt="2024-07-08T17:21:21.938" v="0"/>
          <ac:spMkLst>
            <pc:docMk/>
            <pc:sldMk cId="859909800" sldId="312"/>
            <ac:spMk id="3" creationId="{DE597F60-88E2-C430-D52B-6604405AD55C}"/>
          </ac:spMkLst>
        </pc:spChg>
        <pc:spChg chg="mod">
          <ac:chgData name="MOHITH VARMA" userId="be855e24cf6f4d8c" providerId="LiveId" clId="{E01F5E26-FBBD-4BA2-A8DE-4B340559FE36}" dt="2024-07-08T17:21:39.961" v="5" actId="1076"/>
          <ac:spMkLst>
            <pc:docMk/>
            <pc:sldMk cId="859909800" sldId="312"/>
            <ac:spMk id="5" creationId="{E95044F7-BD97-2FDE-4E33-A565BCF0EFEC}"/>
          </ac:spMkLst>
        </pc:spChg>
        <pc:picChg chg="add mod">
          <ac:chgData name="MOHITH VARMA" userId="be855e24cf6f4d8c" providerId="LiveId" clId="{E01F5E26-FBBD-4BA2-A8DE-4B340559FE36}" dt="2024-07-08T17:21:55.651" v="10" actId="1076"/>
          <ac:picMkLst>
            <pc:docMk/>
            <pc:sldMk cId="859909800" sldId="312"/>
            <ac:picMk id="4" creationId="{80AC16C8-92AB-D3E7-45F5-18F471CC006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7/8/2024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7/8/2024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Temperature Controlled Dc Fan</a:t>
            </a:r>
            <a:br>
              <a:rPr lang="en-US" dirty="0"/>
            </a:br>
            <a:r>
              <a:rPr lang="en-US" dirty="0"/>
              <a:t>Using IC 741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sz="5400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929192"/>
              </p:ext>
            </p:extLst>
          </p:nvPr>
        </p:nvGraphicFramePr>
        <p:xfrm>
          <a:off x="6869113" y="1143000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APPLICATIONS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CIRCUIT DIAGRAM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WORKING PRINCIPLE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CONCLUSION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1" y="2039112"/>
            <a:ext cx="6118412" cy="3406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The Circuit cools the Heat Generated in Electronics by Operating a DC Fan.        When the Temperature reaches above the preset level, the circuit starts to </a:t>
            </a:r>
            <a:r>
              <a:rPr lang="en-US" sz="2800" dirty="0" err="1"/>
              <a:t>work.Its</a:t>
            </a:r>
            <a:r>
              <a:rPr lang="en-US" sz="2800" dirty="0"/>
              <a:t> Operation is Fully automatic and turns off when the temperature returns back to Normal. It Uses a 12V DC brushless fan used in Computers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Applications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5023821" cy="4168050"/>
          </a:xfrm>
        </p:spPr>
        <p:txBody>
          <a:bodyPr>
            <a:normAutofit/>
          </a:bodyPr>
          <a:lstStyle/>
          <a:p>
            <a:pPr lvl="1"/>
            <a:r>
              <a:rPr lang="en-US" sz="3200" dirty="0"/>
              <a:t>Power supply Circuits</a:t>
            </a:r>
          </a:p>
          <a:p>
            <a:pPr lvl="1"/>
            <a:r>
              <a:rPr lang="en-US" sz="3200" dirty="0"/>
              <a:t>Audio Amplifier Circuits</a:t>
            </a:r>
          </a:p>
          <a:p>
            <a:pPr lvl="1"/>
            <a:r>
              <a:rPr lang="en-US" sz="3200" dirty="0"/>
              <a:t>Battery Chargers</a:t>
            </a:r>
          </a:p>
          <a:p>
            <a:pPr lvl="1"/>
            <a:r>
              <a:rPr lang="en-US" sz="3200" dirty="0"/>
              <a:t>PC , Laptops etc..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8" name="Picture 4" descr="The Best Rechargeable Battery Charger (for AA and AAA Batteries) | Reviews  by Wirecutter">
            <a:extLst>
              <a:ext uri="{FF2B5EF4-FFF2-40B4-BE49-F238E27FC236}">
                <a16:creationId xmlns:a16="http://schemas.microsoft.com/office/drawing/2014/main" id="{9DB8478C-B5EE-BC84-B9D4-8DDCC0C78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109" y="451436"/>
            <a:ext cx="3797450" cy="253085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clean a laptop fan | Trusted Reviews">
            <a:extLst>
              <a:ext uri="{FF2B5EF4-FFF2-40B4-BE49-F238E27FC236}">
                <a16:creationId xmlns:a16="http://schemas.microsoft.com/office/drawing/2014/main" id="{163BE16A-6A45-7FA2-003E-BF9E62D52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611" y="3087444"/>
            <a:ext cx="3808208" cy="2856156"/>
          </a:xfrm>
          <a:prstGeom prst="rect">
            <a:avLst/>
          </a:prstGeom>
          <a:noFill/>
          <a:ln w="3492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Components Used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2039112"/>
            <a:ext cx="4746814" cy="3904488"/>
          </a:xfrm>
        </p:spPr>
        <p:txBody>
          <a:bodyPr>
            <a:normAutofit/>
          </a:bodyPr>
          <a:lstStyle/>
          <a:p>
            <a:r>
              <a:rPr lang="en-US" sz="2400" dirty="0"/>
              <a:t>Op-Amp IC LM741</a:t>
            </a:r>
          </a:p>
          <a:p>
            <a:r>
              <a:rPr lang="en-US" sz="2400" dirty="0"/>
              <a:t>NPN Transistor MJE3055</a:t>
            </a:r>
          </a:p>
          <a:p>
            <a:r>
              <a:rPr lang="en-US" sz="2400" dirty="0"/>
              <a:t>NTC Thermistor – 10K</a:t>
            </a:r>
          </a:p>
          <a:p>
            <a:r>
              <a:rPr lang="en-US" sz="2400" dirty="0"/>
              <a:t>Potentiometer – 10K</a:t>
            </a:r>
          </a:p>
          <a:p>
            <a:r>
              <a:rPr lang="en-US" sz="2400" dirty="0"/>
              <a:t>Resistor – 47Ohm , 4.7K</a:t>
            </a:r>
          </a:p>
          <a:p>
            <a:r>
              <a:rPr lang="en-US" sz="2400" dirty="0"/>
              <a:t>DC Fan ( Motor)</a:t>
            </a:r>
          </a:p>
          <a:p>
            <a:r>
              <a:rPr lang="en-US" sz="2400" dirty="0"/>
              <a:t>Power Supply – 5V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 descr="741 IC – General Purpose Op-Amp IC – Pack Of 2">
            <a:extLst>
              <a:ext uri="{FF2B5EF4-FFF2-40B4-BE49-F238E27FC236}">
                <a16:creationId xmlns:a16="http://schemas.microsoft.com/office/drawing/2014/main" id="{142D0924-8021-D867-F885-92A85AB0C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706" y="386023"/>
            <a:ext cx="1797459" cy="144277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PN Transistor: Application and Circuit Working Principles">
            <a:extLst>
              <a:ext uri="{FF2B5EF4-FFF2-40B4-BE49-F238E27FC236}">
                <a16:creationId xmlns:a16="http://schemas.microsoft.com/office/drawing/2014/main" id="{949CA823-24BA-B6A2-10BB-FDA3546D1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978" y="1107411"/>
            <a:ext cx="2036720" cy="174336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10K Ohm Potentiometer - Large 3 Pin 15mm Potentiometer">
            <a:extLst>
              <a:ext uri="{FF2B5EF4-FFF2-40B4-BE49-F238E27FC236}">
                <a16:creationId xmlns:a16="http://schemas.microsoft.com/office/drawing/2014/main" id="{9DAE4A70-9BF8-6836-F195-A15AAE2F6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102" y="2242111"/>
            <a:ext cx="1797459" cy="1797459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5V DC Fan">
            <a:extLst>
              <a:ext uri="{FF2B5EF4-FFF2-40B4-BE49-F238E27FC236}">
                <a16:creationId xmlns:a16="http://schemas.microsoft.com/office/drawing/2014/main" id="{00F1DAEB-1565-3116-D9AE-862905803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214" y="3641587"/>
            <a:ext cx="2984290" cy="223821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Newbiehack-Resistors-4!7K-Ohm-Quarterwatt-Through-Hole">
            <a:extLst>
              <a:ext uri="{FF2B5EF4-FFF2-40B4-BE49-F238E27FC236}">
                <a16:creationId xmlns:a16="http://schemas.microsoft.com/office/drawing/2014/main" id="{902DF899-475B-756D-4BA2-C59BD040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359" y="4452881"/>
            <a:ext cx="1358679" cy="142692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11" y="422788"/>
            <a:ext cx="7071273" cy="737418"/>
          </a:xfrm>
        </p:spPr>
        <p:txBody>
          <a:bodyPr/>
          <a:lstStyle/>
          <a:p>
            <a:r>
              <a:rPr lang="en-US" dirty="0"/>
              <a:t>Circuit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AC16C8-92AB-D3E7-45F5-18F471CC006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877318" y="1229032"/>
            <a:ext cx="10437363" cy="5088193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</a:t>
            </a:r>
            <a:r>
              <a:rPr lang="en-US" dirty="0" err="1"/>
              <a:t>Priciple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8" y="2039111"/>
            <a:ext cx="5948517" cy="3840480"/>
          </a:xfrm>
        </p:spPr>
        <p:txBody>
          <a:bodyPr/>
          <a:lstStyle/>
          <a:p>
            <a:r>
              <a:rPr lang="en-US" dirty="0"/>
              <a:t>Here a 4.7K NTC Thermistor is used . IC741 Is used as a voltage comparator to switch on the DC fan , </a:t>
            </a:r>
          </a:p>
          <a:p>
            <a:r>
              <a:rPr lang="en-US" dirty="0"/>
              <a:t>When the Temperature increases above the value set by VR, resistance of Thermistor decreases and the voltage at Pin3 decreases . As a result, output of IC becomes low to switch on T1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When the 10K NTC Thermistor senses heat its resistance will be decreased and it will power the circuit. A 10K variable resistor is used to set the circuit to activate the DC Fan on your desired temperature.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5755342" cy="3350470"/>
          </a:xfrm>
        </p:spPr>
        <p:txBody>
          <a:bodyPr>
            <a:normAutofit/>
          </a:bodyPr>
          <a:lstStyle/>
          <a:p>
            <a:r>
              <a:rPr lang="en-US" sz="2400" dirty="0"/>
              <a:t>In conclusion, this circuit uses an IC741 voltage comparator and a 4.7K NTC thermistor to control a DC fan.</a:t>
            </a:r>
          </a:p>
          <a:p>
            <a:r>
              <a:rPr lang="en-US" sz="2400" dirty="0"/>
              <a:t>THIS IS USEFUL IN POWER SAVING AND Many more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b="1" u="sng" dirty="0"/>
              <a:t>Team – 7</a:t>
            </a:r>
          </a:p>
          <a:p>
            <a:r>
              <a:rPr lang="en-US" dirty="0"/>
              <a:t>M AFNAN – ECE22023</a:t>
            </a:r>
          </a:p>
          <a:p>
            <a:r>
              <a:rPr lang="en-US" dirty="0"/>
              <a:t>N VIVEKANANDA - 22028</a:t>
            </a:r>
          </a:p>
          <a:p>
            <a:pPr lvl="1"/>
            <a:r>
              <a:rPr lang="en-US" dirty="0"/>
              <a:t>N ABHINAY – ECE22033</a:t>
            </a:r>
          </a:p>
          <a:p>
            <a:pPr lvl="1"/>
            <a:r>
              <a:rPr lang="en-US" dirty="0"/>
              <a:t>P MOHITH – ECE22054</a:t>
            </a:r>
          </a:p>
          <a:p>
            <a:pPr lvl="1"/>
            <a:r>
              <a:rPr lang="en-US" dirty="0"/>
              <a:t>K SASANK – ECE22055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{E57694AD-9A11-4A17-8C61-2253E55E2005}tf11964407_win32</Template>
  <TotalTime>64</TotalTime>
  <Words>288</Words>
  <Application>Microsoft Office PowerPoint</Application>
  <PresentationFormat>Widescreen</PresentationFormat>
  <Paragraphs>50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Gill Sans Nova Light</vt:lpstr>
      <vt:lpstr>Sagona Book</vt:lpstr>
      <vt:lpstr>Custom</vt:lpstr>
      <vt:lpstr>Temperature Controlled Dc Fan Using IC 741</vt:lpstr>
      <vt:lpstr>Agenda</vt:lpstr>
      <vt:lpstr>INTRODUCTION</vt:lpstr>
      <vt:lpstr>Applications</vt:lpstr>
      <vt:lpstr>Components Used</vt:lpstr>
      <vt:lpstr>Circuit Diagram</vt:lpstr>
      <vt:lpstr>Working Priciple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MOHITH VARMA</dc:creator>
  <cp:lastModifiedBy>MOHITH VARMA</cp:lastModifiedBy>
  <cp:revision>1</cp:revision>
  <dcterms:created xsi:type="dcterms:W3CDTF">2024-07-08T16:04:01Z</dcterms:created>
  <dcterms:modified xsi:type="dcterms:W3CDTF">2024-07-08T17:22:04Z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